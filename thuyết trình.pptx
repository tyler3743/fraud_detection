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72" r:id="rId3"/>
    <p:sldId id="259" r:id="rId4"/>
    <p:sldId id="270" r:id="rId5"/>
    <p:sldId id="271" r:id="rId6"/>
    <p:sldId id="269" r:id="rId7"/>
    <p:sldId id="261" r:id="rId8"/>
    <p:sldId id="258" r:id="rId9"/>
    <p:sldId id="263" r:id="rId10"/>
    <p:sldId id="266" r:id="rId11"/>
    <p:sldId id="267" r:id="rId12"/>
    <p:sldId id="268" r:id="rId13"/>
  </p:sldIdLst>
  <p:sldSz cx="12192000" cy="6858000"/>
  <p:notesSz cx="6858000" cy="9144000"/>
  <p:embeddedFontLst>
    <p:embeddedFont>
      <p:font typeface="Barlow" panose="00000500000000000000" pitchFamily="2" charset="0"/>
      <p:regular r:id="rId14"/>
      <p:bold r:id="rId15"/>
      <p:italic r:id="rId16"/>
      <p:boldItalic r:id="rId17"/>
    </p:embeddedFont>
    <p:embeddedFont>
      <p:font typeface="Calibri" panose="020F0502020204030204" pitchFamily="34" charset="0"/>
      <p:regular r:id="rId18"/>
      <p:bold r:id="rId19"/>
      <p:italic r:id="rId20"/>
      <p:boldItalic r:id="rId21"/>
    </p:embeddedFont>
    <p:embeddedFont>
      <p:font typeface="K2D" panose="020B0604020202020204" charset="-34"/>
      <p:regular r:id="rId22"/>
      <p:bold r:id="rId23"/>
      <p:italic r:id="rId24"/>
      <p:boldItalic r:id="rId25"/>
    </p:embeddedFont>
    <p:embeddedFont>
      <p:font typeface="Readex Pro" panose="020B0604020202020204" charset="-78"/>
      <p:regular r:id="rId26"/>
      <p:bold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831" autoAdjust="0"/>
    <p:restoredTop sz="94660"/>
  </p:normalViewPr>
  <p:slideViewPr>
    <p:cSldViewPr snapToGrid="0">
      <p:cViewPr varScale="1">
        <p:scale>
          <a:sx n="85" d="100"/>
          <a:sy n="85" d="100"/>
        </p:scale>
        <p:origin x="691" y="2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5.fntdata"/><Relationship Id="rId26" Type="http://schemas.openxmlformats.org/officeDocument/2006/relationships/font" Target="fonts/font13.fntdata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font" Target="fonts/font12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font" Target="fonts/font14.fntdata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C61D4A3-C96E-946C-BF56-14B0317E483A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9591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 baseline="0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/>
              <a:t>Tên tác giả hoặc ngày tháng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B542C0C7-F574-E38A-4EB3-08F7967A55E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585036" y="6478829"/>
            <a:ext cx="9326880" cy="118101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09D78DE-4DE3-2990-85E4-786FD52314B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2A8D337-520D-D86F-59BE-49A69B9FFC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674FC1A-E55F-C03B-647D-62C9D227489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AF77203-FB16-225E-E2AD-E6F5BFB29DF4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9832108-B491-0ED9-0209-DCDB4B87944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BE3B44A9-629A-9AFC-6A18-1288714D7213}"/>
              </a:ext>
            </a:extLst>
          </p:cNvPr>
          <p:cNvSpPr txBox="1"/>
          <p:nvPr userDrawn="1"/>
        </p:nvSpPr>
        <p:spPr>
          <a:xfrm>
            <a:off x="10529596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47E8952C-C96D-E1CF-68EF-C321F55822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43BEA4F-EC22-DCD8-2D07-6E96C6A77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 baseline="0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 baseline="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3CFF9A2-77A5-DDEE-8CD5-81FBB071FF6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E020D5-F981-3E97-FE5E-ADF3F5D5D67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6F97B9-1D92-F527-C77C-03A8413842F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461B76C-9BE8-353C-CE4F-D68CC621DEA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BD53315-09D7-5756-C6C6-55FFDDCFE13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A79C1E-4CE5-9C79-D05A-E661FD9C1020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17A207F-A3E9-4918-9A39-6AFD5C75AE2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41CAD55-C718-D746-6C4B-AC27D7F9E3C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52AF38-7C96-9660-E7DF-32022B50406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998B8E65-85EA-EDA7-0D26-FAB09CE576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E6AC2544-66BB-6379-48DA-83F16247F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 hasCustomPrompt="1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 baseline="0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 chính</a:t>
            </a:r>
            <a:endParaRPr lang="en-US" dirty="0"/>
          </a:p>
        </p:txBody>
      </p:sp>
      <p:sp>
        <p:nvSpPr>
          <p:cNvPr id="2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 baseline="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Tiêu đề phụ</a:t>
            </a:r>
            <a:endParaRPr lang="en-US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E497A08-099F-1B3E-194B-4232B1D060A8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DEB5E8B-9D80-CFB1-EDED-87ECE2CB2B8A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5F6291E-292F-647B-E93F-CCF3BD97EF4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AB7700C-E55C-27FB-89BF-E9B044E9EC3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A9A2E08-C471-6D85-4D71-8B7583F204F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08275F7-17A7-2357-D01F-B5A5E3884CF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B7A3534-0713-475D-C6A5-307770CE20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EB70784-4611-F5A4-7D58-DD378AF3F6A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87628174-E628-DF34-7A10-83FDFC5D1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C110D58-C7C9-AD78-555F-33E02058DAF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81B152-BF7B-A150-5A99-2B451EC38D4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759768-9879-1B7A-B5FA-0DCEFE74D51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3889155-4A4A-8DED-164F-8A56C00B8F9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5096035-4D5E-EF98-4374-6099861A66F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8792706-2488-D26C-C54B-F6881C86D05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F36761B-1C8C-2A9C-97D2-FD722A844AE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BA4366D-2C0B-5E27-DC28-A877427191A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2538E5B-E5A0-69DD-94F0-C506BC4743B8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709C7B13-13FD-9548-48BE-5821DF0A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2283063C-B225-E607-FC11-4C67B22731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 </a:t>
            </a:r>
            <a:endParaRPr lang="en-US" dirty="0"/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 hasCustomPrompt="1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E269295-E313-A799-7125-41D39E39DAF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4B895D-114D-C9C2-A547-220F39E95B3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61B30F-7B6D-78FB-BD6E-E34AD607BE56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27F6DF5-10A9-DC42-E1E9-D1FA91D6BBF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1959BFF-8A0A-B338-A74E-37D7F5CED4D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AE9E1AD-2113-53D7-8783-10A60D93296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E1424EB-91CE-59BF-400F-9BCF3A182E6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299800F-88A1-1EF2-673A-E19EDD4D12A2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FA7C85-7A63-3F94-A6E0-51FBFB0A62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39E5B1EA-BE1C-22C4-8140-1FF7F085C8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23F5244F-399D-4048-0258-1C4D4345FF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 hasCustomPrompt="1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D473B34E-C5A1-D7E2-C692-BFBE5EBD6AC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C1CFE12-2689-2DB3-6CB8-E6D662CAE88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6B0CF2-5878-8045-7665-76673B4F71AB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6C447DE-39C2-0CF7-466F-6F936D0397D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BB166D7-5532-DFCC-4719-A557C504B8F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B618045-F14E-9F31-0FA0-0532F46BF46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AF28839-2BBD-09C4-84D8-C7BD82D44B5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BCD9E80B-3CE1-773E-29BB-8B95E6D4543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ACA3E05-765A-20DC-76C7-1BB18527C02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D2971456-C6D4-0F38-6B9E-1F35DDA6E4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C3720CF9-36DD-EAE0-4DFF-B34E1D7256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7666FBEF-96D4-A728-F979-1B9E3C584618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E8E8DD-CE54-0055-2BF7-151D57DF8BD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72301E-8D74-6168-3E37-23F22C232E8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1F16EF-BF90-0E2D-8C37-9F7F65B32C5A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4C6974A-DD6E-7CB5-8FD4-600450267DC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6196367-A723-A537-EB98-81ACB69748F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466BEA6-14C4-AF23-E4A2-9D451D536F0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C8362F22-F1FE-F284-D164-71325E2FE29A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52A85AC-B7B7-482A-12B3-980D59815FD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BF6D7656-F800-D94D-225F-EDD3105509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7D4C748E-C498-F3D1-FA1A-8DE0452D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 hasCustomPrompt="1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baseline="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8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Chèn ảnh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9D97C13-D91F-4682-B432-81FF1B14B495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684DFD5-27A7-C363-7007-2DC193A3EAF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16999E-E9FF-973E-7101-9B1C41997646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66026A7-B4F0-EAA7-6E24-26FFBCA763F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FF0E9D6-6802-7688-2B57-6C08D5DA59C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6E658449-E3D8-FD81-A0DE-693514AECD3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3B45509-564D-FF36-7D23-E19C5706B85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034F2291-6314-C1AD-04AC-4C2F36AFBCE5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D81222-A6F3-0F0F-54F8-3440A58FEE7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15F7985F-5BDC-B2DF-EE61-A86912B6894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3C7577-EE0C-2234-C1BF-DA9C643EE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 hasCustomPrompt="1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555DA46C-D8B6-7CFC-66B8-7CB0661BDC50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520D40A-2E3B-C7A9-C896-AB297CD1D502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0772D73-D33F-3CF1-F2EC-3AB49AB0A3E2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3B7BB71-C74C-F574-53FD-686AF1FFDDB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2F3CACD-6A80-FFA4-A1A8-D43F712955F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FAEB09F-CD5E-7ADC-1B2F-8965E3D7128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6F64E0D-6262-6968-C324-91B0C29DAE2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46ACF565-7282-52D8-2F87-9979EB7D22E4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5EB52C3-46A3-8597-EB48-A059B972B6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F417CD2D-3662-2AA5-03DA-B7DB71FD4D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176764BE-F724-71A0-BE05-2D8CD35F4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A5B4C324-3C81-EE05-863B-0BFD10068AD0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C62863-B89C-435F-F151-714E85DDC0D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D858D0-591A-DB7C-B0CF-EC5885EF6AA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1B9E2AA-8C7B-B434-371B-D07F8E42BC7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E048CFE-B19B-7653-369A-1274DDC6A67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8B54DA6-059E-42E3-D2C2-7CC236D17F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478C257-C905-714F-8D36-7C4FEA7B101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171E3B6-9344-8EA5-ECCC-B4E2DB489CB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EB4D2815-B553-E7E3-A420-642D631F850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43C1B86-79CD-A2B3-901F-0E811E86BC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01990695-EF78-6AB0-E960-0608F2EFC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AF876A1-6B11-6FF8-2D84-015F96056B1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CA6408-9D66-09C4-41AB-00CC1729D30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0018DF-49AD-91F7-0DB0-C9BC1261979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0C13370-E7EC-678E-BD5A-DB77AAE1330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4E15444-C65B-BCB2-0C08-2D44E08572B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2101A3-77ED-E52F-5EB8-690B6987CDF4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7794B63-DFC9-1FBB-688F-B4BDE18353AD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3970B167-68C8-83AC-0439-E32E52CA290E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62CD55A-1C1C-F2FF-326E-E4EDF096096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2106D705-167D-4957-B052-389F58C3C7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4B50CB5C-9421-8092-B746-31E9C2FB3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Các thông tin cá nhân có liên quan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Nhấn vào để chỉnh sửa tên</a:t>
            </a:r>
            <a:endParaRPr lang="en-US" dirty="0"/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Ảnh bìa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Mã QR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78885C0-D685-8BA1-0334-F39B9B68D71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6DF714-887C-B1B4-0544-F3318FB9360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5B2670-DCDB-9912-43A9-DB6F7732594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10719D13-9667-D80B-8E63-2EAE238785E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5820E4-D785-554F-4A26-439F94DC39C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2173FE2-FAF0-8CC7-CB52-0A02CAB31B9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AC9A41C-6FE6-99FD-63A0-4F13214472F2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AE355810-09A4-7711-CAE0-3B52F9B0F7A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CFD61F0-56D5-64BF-42C1-A40A09A1EC8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D9E8BE1-8359-B3EB-76B9-E21898BB11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D8313AA7-7AE7-BBBB-D161-E7992A58C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Tiêu đề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Tiêu đề phụ 1</a:t>
            </a:r>
            <a:endParaRPr lang="en-US" dirty="0"/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 hasCustomPrompt="1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2" name="Text Placeholder 2"/>
          <p:cNvSpPr>
            <a:spLocks noGrp="1"/>
          </p:cNvSpPr>
          <p:nvPr>
            <p:ph type="body" idx="13" hasCustomPrompt="1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Tiêu đề phụ 2</a:t>
            </a:r>
            <a:endParaRPr lang="en-US" dirty="0"/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 hasCustomPrompt="1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A9BD5AE-860A-11DA-EDCF-22268C7C9A8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3650682-E7A5-4FC0-F3BE-BB9A232438A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29D63CC-5B2D-403A-2D8D-77E5D2B6108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DE5D36C9-D247-9D20-3BF2-F3349DFE29E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3E65D7-4824-ED09-532B-9FC7698CEF8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D6AB20A-6E3F-4D3A-66A0-FB26AD4A104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4847801-603B-FBC5-F985-AE9459E3CD4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C8F14B01-E23B-BFC7-B317-7E21D60D518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B56432E-6829-4DE3-60A2-6B8BBDC6B4B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187C7D7A-D6B4-F348-B4E4-CA33AB53AD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19648BD2-EBDF-9F5F-296A-DFCA3F0BF8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  <a:endParaRPr lang="en-US" dirty="0"/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Chèn ảnh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31D2F5E-B4B4-4F13-5B40-6B34D4077BF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28C786-22D7-B802-E1CD-F76CACF14CC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47DAB2-9527-687A-8677-8F0D90CD784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0F80466-9EFF-A73A-B6DE-D269BCE066A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A43337E1-C74F-3AB9-3062-C33D866163B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812D348-DF45-A829-E72D-196DEC172D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A8F8196-C024-0B7C-46F7-739B24E5DB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A860906-4DB7-35A0-12A0-880FE34D0611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AD6CDF9-3E97-FB61-7CE7-3D09FA86D7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6218C02C-39DB-9A5F-95CB-0C3CAB0832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14506B3F-1DF2-A2B1-B917-52BD9BA9F2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 hasCustomPrompt="1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 hasCustomPrompt="1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 hasCustomPrompt="1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27B2114-05AD-5B46-042A-74C2E1E114D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12D61D-E589-A35B-EEF9-9C42ABC105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8A589A6-0D91-BA6C-6308-33240D74B74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A0B255F-3EA0-6316-1814-EA69B3A1C94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99C3888-223C-A47F-802D-E01AE026158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7AAFDAA6-E7FA-2A32-DFA6-F90442ED860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4DC1B11-CA57-3325-DD06-C67EE58D7FC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8C3C485-7E6C-D1B8-B245-95DB0F954A97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B1F8E9-DA5B-DA41-D6FB-62DFDED23A3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1B773FC-C6DB-8895-F8FB-AC357B5F1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ED3E9AD-AE54-8D77-117E-98F95DCE6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Readex Pro" pitchFamily="2" charset="-78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 hasCustomPrompt="1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 hasCustomPrompt="1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/>
              <a:t>Chèn ảnh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 hasCustomPrompt="1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 hasCustomPrompt="1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A85175A-A5CA-FDCD-9D1E-D1E3A5C0861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72AE3C-B845-C37F-3FA3-517EBBCCD80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3C2B34-BC37-24CD-CCCC-86C84255F60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3A51EC-EB1C-A2F5-191D-39EC3871D7F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3D16B55C-8A59-6B1B-682C-62AA2B73A47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FC2AAA9-0C7E-3269-988C-8B585C6196AD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92758D9-75FB-A297-C9B0-0046880A09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A0FD0A9-AA5C-7D0D-4E1D-5CCB189D948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2D20B6-C339-D112-86D5-A51948B07F5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D1D37C2-EC33-4641-5CD8-DBFCCC5A5A3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F9D2D5D-F42C-AD89-38B2-8E5862B86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 hasCustomPrompt="1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sp>
        <p:nvSpPr>
          <p:cNvPr id="17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baseline="0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Tiêu đề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043EC71-5B9E-C0BC-1876-C8F7F39BC547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E4374B3-12AF-4FD8-DEB7-27010168D05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BA7498-F3BC-86B3-1A69-799334B6D0C9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C85D92-154D-811A-7CED-746E05BC993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31FF18A3-B64B-560A-0E4C-FAE23671DD1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087580-3DBD-8257-F1D1-7914462F84C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3924CB2-D38F-D098-BA0D-F7AF3FD0DAE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1944464-246D-1746-8383-CA6C986DD6C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6B468E-C03F-EA5D-3562-3CF0D836AD6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EDB08078-B43B-9900-A614-EDD1B700D3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53B98CF-4D09-7334-F10E-AC2949398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 hasCustomPrompt="1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/>
              <a:t>Nội dung</a:t>
            </a:r>
            <a:endParaRPr lang="en-US" dirty="0"/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0E9D4A31-78FB-C50E-E557-1D6A2AB1B39D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E77047-2D78-10EA-8B2B-464D363FDA7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B0BADC-EE2D-7AA3-FE84-68EB6BD21EC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C3A035-1495-F2B0-9581-76B6F74E68E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BEFB4826-5D0F-51B0-8FB3-AF794F93FD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4DA189B-1ADB-AEB4-5954-98C27419F04D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BD18312-4501-E052-78A4-D56485FF5E5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BFB8709-60EF-0C2D-7AE6-97383C28A996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A513177-236E-9D57-556A-25BA2A08A56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AB60C45-18AD-EA2E-F8C7-09BC10A7EB8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06116A22-46CD-EA17-0317-B3A75C35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baseline="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ACD306E5-CFB4-AF8E-362E-7264A2EE8FC3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E40D7E-4410-6230-80DF-9F48DDD5A2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71A584-94A8-DB0F-72C3-58733380A872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63D15-A7C4-C136-3C34-D85D43DF91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CA5ACA2-579F-CD83-86DA-E253A52172C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C5BCA61-C1DF-F935-9A58-6E188F2CB05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368E80D1-1F87-F099-C499-A6D08F0D1B7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87DD4F89-FFA6-2586-6CFF-BAD9CA9BBED0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4ADDEC2-86AA-36BA-1460-FC4BE106E1D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900BAA20-270C-6BB8-126D-274EA4BC32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E3DB167-B4F8-7DE2-3FE9-16BA7DFC44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00AAABEF-0466-E8D9-7159-4498725EB239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B5B4BC4-A4A2-B7AE-36B8-5F8601CBD24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43324B4-3F68-C3A0-CCD5-76223DA4437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CAF8661-5038-9FE1-BBA8-946867DADAB0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C383C5A-EDBD-9F53-185B-2E7B394F345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FA2C68B-0393-7A63-49AA-3FFE7FE14C7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0CA16E1-AF2D-D0AA-1F01-070BA884ACD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7BCC7B34-3035-0952-6B45-935B76D988E3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A7B063C-9DEE-224B-8FD3-B578122F70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2" name="Date Placeholder 3">
            <a:extLst>
              <a:ext uri="{FF2B5EF4-FFF2-40B4-BE49-F238E27FC236}">
                <a16:creationId xmlns:a16="http://schemas.microsoft.com/office/drawing/2014/main" id="{AA004C0A-B376-851D-1C1F-61573C0B972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AD28DB7B-FFF4-7151-C18D-3C7D5D9D8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CA7CBBB-5BEC-4156-BB0B-762A1656305F}"/>
              </a:ext>
            </a:extLst>
          </p:cNvPr>
          <p:cNvSpPr/>
          <p:nvPr userDrawn="1"/>
        </p:nvSpPr>
        <p:spPr>
          <a:xfrm>
            <a:off x="135235" y="6474525"/>
            <a:ext cx="544432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4E0175B-DA75-48B5-9D9D-69732B703EF5}"/>
              </a:ext>
            </a:extLst>
          </p:cNvPr>
          <p:cNvGrpSpPr/>
          <p:nvPr userDrawn="1"/>
        </p:nvGrpSpPr>
        <p:grpSpPr>
          <a:xfrm>
            <a:off x="205437" y="6454898"/>
            <a:ext cx="544432" cy="365125"/>
            <a:chOff x="119712" y="6454898"/>
            <a:chExt cx="544432" cy="36512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FADB430-7D50-4978-89C8-6C6EBBB3035E}"/>
                </a:ext>
              </a:extLst>
            </p:cNvPr>
            <p:cNvSpPr/>
            <p:nvPr userDrawn="1"/>
          </p:nvSpPr>
          <p:spPr>
            <a:xfrm>
              <a:off x="119712" y="6488235"/>
              <a:ext cx="544432" cy="298450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Slide Number Placeholder 5">
              <a:extLst>
                <a:ext uri="{FF2B5EF4-FFF2-40B4-BE49-F238E27FC236}">
                  <a16:creationId xmlns:a16="http://schemas.microsoft.com/office/drawing/2014/main" id="{7688F936-0D30-441F-BBA9-66AE32197B6A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159150" y="6454898"/>
              <a:ext cx="465556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914400" rtl="0" eaLnBrk="1" latinLnBrk="0" hangingPunct="1">
                <a:defRPr sz="1200" kern="1200">
                  <a:solidFill>
                    <a:schemeClr val="bg1"/>
                  </a:solidFill>
                  <a:latin typeface="Barlow" panose="00000500000000000000" pitchFamily="2" charset="0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fld id="{3E7A8FBE-F383-41C2-9A02-D1D86CE96726}" type="slidenum">
                <a:rPr lang="en-US" smtClean="0">
                  <a:latin typeface="K2D" panose="00000500000000000000" pitchFamily="2" charset="-34"/>
                </a:rPr>
                <a:pPr/>
                <a:t>‹#›</a:t>
              </a:fld>
              <a:endParaRPr lang="en-US">
                <a:latin typeface="K2D" panose="00000500000000000000" pitchFamily="2" charset="-34"/>
              </a:endParaRPr>
            </a:p>
          </p:txBody>
        </p:sp>
      </p:grp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4F36C960-0DDB-40F7-96C6-0E5E092E47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4400" y="6548263"/>
            <a:ext cx="2743200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EB56B231-F846-4811-B632-4AB4BAA98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4250632-77FB-405A-BBE8-9981579CE7EF}"/>
              </a:ext>
            </a:extLst>
          </p:cNvPr>
          <p:cNvSpPr txBox="1"/>
          <p:nvPr/>
        </p:nvSpPr>
        <p:spPr>
          <a:xfrm>
            <a:off x="817685" y="6410864"/>
            <a:ext cx="27604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baseline="0">
                <a:solidFill>
                  <a:schemeClr val="bg1"/>
                </a:solidFill>
                <a:latin typeface="K2D" panose="00000500000000000000" pitchFamily="2" charset="-34"/>
              </a:rPr>
              <a:t>ĐẠI HỌC CẦN THƠ</a:t>
            </a:r>
            <a:endParaRPr lang="en-US" sz="1400" b="1">
              <a:solidFill>
                <a:schemeClr val="bg1"/>
              </a:solidFill>
              <a:latin typeface="K2D" panose="00000500000000000000" pitchFamily="2" charset="-34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F06559-0D08-475B-BB2B-C2AD79E1EA9A}"/>
              </a:ext>
            </a:extLst>
          </p:cNvPr>
          <p:cNvSpPr txBox="1"/>
          <p:nvPr userDrawn="1"/>
        </p:nvSpPr>
        <p:spPr>
          <a:xfrm>
            <a:off x="10536385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7A2DBFB6-FB51-4349-AD79-DB5E3B289A6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602785" y="6488354"/>
            <a:ext cx="9336024" cy="11821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3741078-A544-42D3-8CE7-5F2F115BABE0}"/>
              </a:ext>
            </a:extLst>
          </p:cNvPr>
          <p:cNvSpPr txBox="1"/>
          <p:nvPr userDrawn="1"/>
        </p:nvSpPr>
        <p:spPr>
          <a:xfrm>
            <a:off x="817685" y="6599210"/>
            <a:ext cx="192225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rPr>
              <a:t>Cộng đồng – Toàn diện – Ưu việt</a:t>
            </a:r>
            <a:endParaRPr kumimoji="0" lang="en-US" sz="800" b="0" i="0" u="none" strike="noStrike" kern="1200" cap="none" spc="0" normalizeH="0" baseline="0" noProof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Readex Pro" pitchFamily="2" charset="-78"/>
              <a:ea typeface="+mn-ea"/>
              <a:cs typeface="+mn-cs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669E2A5B-C398-3A54-39BB-1A10AD77A4C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99612" y="6488270"/>
            <a:ext cx="9336024" cy="118110"/>
          </a:xfrm>
          <a:prstGeom prst="rect">
            <a:avLst/>
          </a:prstGeom>
        </p:spPr>
      </p:pic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540C400F-3AEE-5C28-4A10-78CBA14078B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FA79BBA-69C1-570D-F28E-9BB9C6ACBEC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CC30C32-8749-8F9D-AFB9-200DC55D9965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636664E3-F587-5BFA-8277-C0DDF1B0FB4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AF36890-856E-2F7B-8E55-A33B790D7C1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63B2CBB7-80CC-0503-06CA-B293272E754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E49DC9B-DB28-1334-ACD6-A7837974CC5D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2896B089-ECA6-A22E-B1B3-DEA30DA3A29D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3CA8C4BA-A884-9E59-FFE3-0B919D00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79B8DE1D-7394-99A3-7495-C14CDDA1E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6F8249F-933F-27B4-037F-1BE57AC729CC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2D8527-F93B-EB58-7740-2C078C40D09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02B52FF-C488-9746-1718-20EBF7C6F69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91F8AA-07ED-7376-C0C8-2331E007AE3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A998A477-5FFB-8A7A-8F05-0A80F04AEFB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1725ED5-67ED-5B9A-3DCA-1DE0F4C5834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E9266B7-33A3-424D-B662-BE0A9937A84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686A9F9-4156-B900-5857-6016C3E85FAB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0D5907-9052-863A-8BCC-EF17800E64D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BF2144C9-292D-3866-E801-4F565FEE1A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9BEA6383-5223-C237-6EF3-C8B51BE5E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sp>
        <p:nvSpPr>
          <p:cNvPr id="24" name="Title 1"/>
          <p:cNvSpPr>
            <a:spLocks noGrp="1"/>
          </p:cNvSpPr>
          <p:nvPr>
            <p:ph type="ctrTitle" hasCustomPrompt="1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005A496-97A9-F2E6-5A93-82ED29991805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E9CB3-D945-22DB-F3B1-01E643966ACF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D6A3BA-05EA-D4A6-D520-6A0BBE9ACFC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81D0D4-C58F-2943-9F96-7367FEA221D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5313E83-E883-5D3C-7410-B094E1918C1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D148F3C-F670-4585-6238-F7F73412182A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D5B6593-3DAF-E642-22A3-B33B2E999E0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D612E298-D721-FB54-E8B1-308FB365446A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FDE4871-7678-DA84-8689-2F27B59205B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613E948E-49EF-8C4E-0898-E98F72B6A1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35A65652-1FC1-56DE-41BF-70B7E3176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 hasCustomPrompt="1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 hasCustomPrompt="1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9F5E8B0A-35A9-1D4F-DB19-BE07791E78F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DE1F6B-3A1F-F4AA-B616-B69C903A909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A17A55-6967-1E8F-7303-5303CBD602A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1D4F218F-2B5C-5125-3565-DD9470D6775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F21373-8291-8606-349F-C9D37F7F42EA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890A1A8-07D6-CC23-110F-A4349C95D83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4B2C4FA-6364-1259-35B8-B7538FBAB89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C298D622-19A9-9C4F-D8B3-A0B8BACFDA92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1D19E43-BFD6-BAEA-5172-CB6E311691D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086DB862-383E-AC4E-53C8-05578489E4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61406AB-9157-BB66-317E-91FF66767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E6F05EB3-1A18-FFAB-87F4-C3B6F94C3D6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baseline="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/>
              <a:t>Tiêu đề</a:t>
            </a:r>
            <a:endParaRPr lang="en-US" dirty="0"/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 baseline="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Nội dung</a:t>
            </a:r>
            <a:endParaRPr lang="en-US" dirty="0"/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CEFF8FA1-B5A4-2A75-DF61-6155775A60B6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8A97E-3A14-7BF0-D186-C53734F25980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9894450-A56F-CB14-56CE-6BAB4A469F5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6EDC2765-72E6-0900-A64B-07D9394DE1E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5972BBAE-9F84-4D92-5FC5-6BAC2EBBA3A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DD8EF8C-2CE8-32A2-4893-8A1F462F597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Cộng đồng – Toàn diện – Ưu việt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C64073C-92F4-B219-BB9F-D220B1F1317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ĐẠI HỌC CẦN THƠ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CDC2B2F-DD31-C057-140F-8607950C1220}"/>
              </a:ext>
            </a:extLst>
          </p:cNvPr>
          <p:cNvSpPr txBox="1"/>
          <p:nvPr userDrawn="1"/>
        </p:nvSpPr>
        <p:spPr>
          <a:xfrm>
            <a:off x="1003244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FD099AF-ADE0-F209-43E6-00047303FC9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583391" y="6481985"/>
            <a:ext cx="9339545" cy="118261"/>
          </a:xfrm>
          <a:prstGeom prst="rect">
            <a:avLst/>
          </a:prstGeom>
        </p:spPr>
      </p:pic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89D6B138-607A-1698-333D-31B07D850C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8/19/2026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EC58AAA-3CCF-ABE2-A4E2-6851325D5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13" name="Picture Placeholder 1">
            <a:extLst>
              <a:ext uri="{FF2B5EF4-FFF2-40B4-BE49-F238E27FC236}">
                <a16:creationId xmlns:a16="http://schemas.microsoft.com/office/drawing/2014/main" id="{2E6D52DE-4D97-3181-9440-19E31A6CE81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Thêm ảnh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88786B7F-DEAA-9BB7-8BD3-B3780EB61BC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8/19/2026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5E41-A1AF-488B-B0BD-65F8B7FDA7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HỆ THỐNG PHÁT HIỆN GIAN LẬN TRONG GIAO DỊCH KẾT HỢP GNN VÀ XGBOOST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9537F2-C3B5-487E-AF04-318467A156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Fraud detection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27A67E-F5E5-4E62-AFA1-B5747C25A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Trần Phước Tài</a:t>
            </a:r>
          </a:p>
        </p:txBody>
      </p:sp>
    </p:spTree>
    <p:extLst>
      <p:ext uri="{BB962C8B-B14F-4D97-AF65-F5344CB8AC3E}">
        <p14:creationId xmlns:p14="http://schemas.microsoft.com/office/powerpoint/2010/main" val="5208770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BB687-8C87-47BD-8FD2-167D33F42C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Hàm</a:t>
            </a:r>
            <a:r>
              <a:rPr lang="en-US" dirty="0"/>
              <a:t> </a:t>
            </a:r>
            <a:r>
              <a:rPr lang="en-US" dirty="0" err="1"/>
              <a:t>mất</a:t>
            </a:r>
            <a:r>
              <a:rPr lang="en-US" dirty="0"/>
              <a:t> </a:t>
            </a:r>
            <a:r>
              <a:rPr lang="en-US" dirty="0" err="1"/>
              <a:t>mát</a:t>
            </a:r>
            <a:r>
              <a:rPr lang="en-US" dirty="0"/>
              <a:t>: log loss</a:t>
            </a:r>
          </a:p>
          <a:p>
            <a:r>
              <a:rPr lang="en-US" dirty="0"/>
              <a:t>GNN: </a:t>
            </a:r>
            <a:r>
              <a:rPr lang="en-US" dirty="0" err="1"/>
              <a:t>GraphSAGE</a:t>
            </a:r>
            <a:endParaRPr lang="en-US" dirty="0"/>
          </a:p>
          <a:p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</a:t>
            </a:r>
            <a:r>
              <a:rPr lang="en-US" dirty="0" err="1"/>
              <a:t>chuẩn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loại</a:t>
            </a:r>
            <a:r>
              <a:rPr lang="en-US" dirty="0"/>
              <a:t>: log1p</a:t>
            </a:r>
          </a:p>
          <a:p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GNN: </a:t>
            </a: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endParaRPr lang="en-US" dirty="0"/>
          </a:p>
          <a:p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huấn</a:t>
            </a:r>
            <a:r>
              <a:rPr lang="en-US" dirty="0"/>
              <a:t> </a:t>
            </a:r>
            <a:r>
              <a:rPr lang="en-US" dirty="0" err="1"/>
              <a:t>luyện</a:t>
            </a:r>
            <a:r>
              <a:rPr lang="en-US" dirty="0"/>
              <a:t> </a:t>
            </a:r>
            <a:r>
              <a:rPr lang="en-US" dirty="0" err="1"/>
              <a:t>mô</a:t>
            </a:r>
            <a:r>
              <a:rPr lang="en-US" dirty="0"/>
              <a:t> </a:t>
            </a: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lai</a:t>
            </a:r>
            <a:r>
              <a:rPr lang="en-US" dirty="0"/>
              <a:t>: </a:t>
            </a:r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giám</a:t>
            </a:r>
            <a:r>
              <a:rPr lang="en-US" dirty="0"/>
              <a:t> </a:t>
            </a:r>
            <a:r>
              <a:rPr lang="en-US" dirty="0" err="1"/>
              <a:t>sát</a:t>
            </a:r>
            <a:endParaRPr lang="en-US" dirty="0"/>
          </a:p>
          <a:p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tinh</a:t>
            </a:r>
            <a:r>
              <a:rPr lang="en-US" dirty="0"/>
              <a:t> </a:t>
            </a:r>
            <a:r>
              <a:rPr lang="en-US" dirty="0" err="1"/>
              <a:t>chỉnh</a:t>
            </a:r>
            <a:r>
              <a:rPr lang="en-US" dirty="0"/>
              <a:t> </a:t>
            </a:r>
            <a:r>
              <a:rPr lang="en-US" dirty="0" err="1"/>
              <a:t>tham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: successive halving</a:t>
            </a:r>
          </a:p>
          <a:p>
            <a:r>
              <a:rPr lang="en-US" dirty="0"/>
              <a:t>Web: </a:t>
            </a:r>
            <a:r>
              <a:rPr lang="en-US" dirty="0" err="1"/>
              <a:t>streamlit</a:t>
            </a:r>
            <a:endParaRPr lang="en-US" dirty="0"/>
          </a:p>
          <a:p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đo</a:t>
            </a:r>
            <a:r>
              <a:rPr lang="en-US" dirty="0"/>
              <a:t>: f1-minority, pr-</a:t>
            </a:r>
            <a:r>
              <a:rPr lang="en-US" dirty="0" err="1"/>
              <a:t>auc</a:t>
            </a:r>
            <a:r>
              <a:rPr lang="en-US" dirty="0"/>
              <a:t>, f1@0.5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71689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</a:t>
            </a:r>
            <a:r>
              <a:rPr lang="en-US" dirty="0" err="1"/>
              <a:t>nhóm</a:t>
            </a:r>
            <a:r>
              <a:rPr lang="en-US" dirty="0"/>
              <a:t> 1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3F8CFCE-7A77-4115-A12D-4F2A1F5724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5019" y="1825625"/>
            <a:ext cx="9301962" cy="4351338"/>
          </a:xfrm>
        </p:spPr>
      </p:pic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</a:t>
            </a:r>
            <a:r>
              <a:rPr lang="en-US" dirty="0" err="1"/>
              <a:t>nhóm</a:t>
            </a:r>
            <a:r>
              <a:rPr lang="en-US" dirty="0"/>
              <a:t> 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CCD72FE-1AAD-4A6A-825D-3A47DBC88A7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66435"/>
            <a:ext cx="10515600" cy="4069718"/>
          </a:xfrm>
        </p:spPr>
      </p:pic>
    </p:spTree>
    <p:extLst>
      <p:ext uri="{BB962C8B-B14F-4D97-AF65-F5344CB8AC3E}">
        <p14:creationId xmlns:p14="http://schemas.microsoft.com/office/powerpoint/2010/main" val="2704599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</a:t>
            </a:r>
            <a:r>
              <a:rPr lang="en-US" dirty="0" err="1"/>
              <a:t>nhóm</a:t>
            </a:r>
            <a:r>
              <a:rPr lang="en-US" dirty="0"/>
              <a:t> 3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B7D2C06-8D1B-423A-A6D3-8185C16B0F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66435"/>
            <a:ext cx="10515600" cy="4069718"/>
          </a:xfrm>
        </p:spPr>
      </p:pic>
      <p:pic>
        <p:nvPicPr>
          <p:cNvPr id="6" name="Content Placeholder 4">
            <a:extLst>
              <a:ext uri="{FF2B5EF4-FFF2-40B4-BE49-F238E27FC236}">
                <a16:creationId xmlns:a16="http://schemas.microsoft.com/office/drawing/2014/main" id="{2925E3DB-CA99-47BB-8D6B-FDC97A9B0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93329"/>
            <a:ext cx="10515600" cy="406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33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CB2B2D0-1A3D-0A19-ACDA-80946FFFD0A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AFB83-9D50-997B-AF31-5F8F137E63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877F63-C278-FE3B-B6EC-0C51F56E8DD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E53B1E6-8A43-B479-A6FD-F32C20979F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pPr algn="ctr"/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82E860E9-45EE-8256-9B0F-C88A1665CDC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/>
        <p:txBody>
          <a:bodyPr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037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CÁM ƠN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8EBF9F-2BAC-9E30-FDF7-F09547A89C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C4A362E-937E-69DB-344A-0ABB82ECFE0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4D183A-9405-1B18-BAE7-D23D6EF86888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1186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F27A9-2D24-7DD4-711A-8CB14A03C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C92DC9-95C6-3F7E-358C-74EA3AFBDE3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F88E9EB-6098-7FA2-3FE3-73843C61604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07D34A94-EE84-38E4-F7AF-2FE7FC5F950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C5B678-ACF6-FE90-8CFB-3B621A94E63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2549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B309368D-80CF-13C8-01DF-AC8188BD7C8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904581F-8973-0C84-291E-542AFB439C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064DBEAB-3C67-BC6D-B59C-AC9B97F5F3E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526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F9D08-0D5F-1827-1F0A-67420FD2E1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6F5F39-C814-49EB-D5B3-097B436AD3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6D78226-E86C-748B-C52C-76AC0CAE9D1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301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B7AECF2B-E50F-A6A6-AADE-456F742CD3A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1D4F71-4885-3683-64D0-64BF6D3AC7A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81CF957-9717-CF9C-DDCE-73E2B84B19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2B01A400-0FCB-318B-954F-77575B0F60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2EEB064E-27A5-9F9D-B86F-3633B918516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686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4986</TotalTime>
  <Words>94</Words>
  <Application>Microsoft Office PowerPoint</Application>
  <PresentationFormat>Widescreen</PresentationFormat>
  <Paragraphs>17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Readex Pro</vt:lpstr>
      <vt:lpstr>Arial</vt:lpstr>
      <vt:lpstr>Barlow</vt:lpstr>
      <vt:lpstr>K2D</vt:lpstr>
      <vt:lpstr>Calibri</vt:lpstr>
      <vt:lpstr>Office Theme</vt:lpstr>
      <vt:lpstr>HỆ THỐNG PHÁT HIỆN GIAN LẬN TRONG GIAO DỊCH KẾT HỢP GNN VÀ XGBOOST</vt:lpstr>
      <vt:lpstr>Công nghệ sử dụng</vt:lpstr>
      <vt:lpstr>Pipeline nhóm 1</vt:lpstr>
      <vt:lpstr>Pipeline nhóm 2</vt:lpstr>
      <vt:lpstr>Pipeline nhóm 3</vt:lpstr>
      <vt:lpstr>PowerPoint Presentation</vt:lpstr>
      <vt:lpstr>CÁM ƠN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trần phước tài</cp:lastModifiedBy>
  <cp:revision>236</cp:revision>
  <dcterms:created xsi:type="dcterms:W3CDTF">2022-07-01T08:15:51Z</dcterms:created>
  <dcterms:modified xsi:type="dcterms:W3CDTF">2026-08-19T17:37:39Z</dcterms:modified>
</cp:coreProperties>
</file>